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100"/>
            </a:pPr>
            <a:r>
              <a:t>Hello PDF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from PDF</dc:title>
  <dc:subject/>
  <dc:creator>PDFMasterTool</dc:creator>
  <cp:keywords/>
  <dc:description>High-quality conversion with complete content preservation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