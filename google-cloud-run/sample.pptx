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</a:t>
            </a:r>
          </a:p>
          <a:p>
            <a:pPr lvl="1"/>
            <a:r>
              <a:t>Node A connects to Node B</a:t>
            </a:r>
          </a:p>
          <a:p>
            <a:pPr lvl="1"/>
            <a:r>
              <a:t>Total throughput: 1.2 Gbps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Node 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Node 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200400"/>
            <a:ext cx="18288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